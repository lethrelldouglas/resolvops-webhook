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ResolvOps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24/7 Tenant Communication &amp; Operations System</a:t>
            </a:r>
          </a:p>
          <a:p>
            <a:r>
              <a:t>Built for High-Density Buildings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Missed calls</a:t>
            </a:r>
          </a:p>
          <a:p>
            <a:r>
              <a:t>Delayed responses</a:t>
            </a:r>
          </a:p>
          <a:p>
            <a:r>
              <a:t>Overloaded staff</a:t>
            </a:r>
          </a:p>
          <a:p>
            <a:r>
              <a:t>No centralized communication</a:t>
            </a:r>
          </a:p>
          <a:p/>
          <a:p>
            <a:r>
              <a:t>Leads to tenant dissatisfaction and inefficiencies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ResolvOps answers every call, captures requests, books appointments, and routes issues automatically</a:t>
            </a:r>
          </a:p>
          <a:p/>
          <a:p>
            <a:r>
              <a:t>No missed communication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Beyond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Not just answering calls</a:t>
            </a:r>
          </a:p>
          <a:p>
            <a:r>
              <a:t>We capture data, analyze trends, and improve building operations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ResolvOps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Generic services answer calls</a:t>
            </a:r>
          </a:p>
          <a:p>
            <a:r>
              <a:t>We optimize operations</a:t>
            </a:r>
          </a:p>
          <a:p/>
          <a:p>
            <a:r>
              <a:t>Data-driven decisions</a:t>
            </a:r>
          </a:p>
          <a:p>
            <a:r>
              <a:t>Full visibility</a:t>
            </a:r>
          </a:p>
          <a:p>
            <a:r>
              <a:t>Continuous improvement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Built with Data Analytics (TRIO College DAAS)</a:t>
            </a:r>
          </a:p>
          <a:p/>
          <a:p>
            <a:r>
              <a:t>Track issues</a:t>
            </a:r>
          </a:p>
          <a:p>
            <a:r>
              <a:t>Improve efficiency</a:t>
            </a:r>
          </a:p>
          <a:p>
            <a:r>
              <a:t>Reduce costs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Operational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Faster responses</a:t>
            </a:r>
          </a:p>
          <a:p>
            <a:r>
              <a:t>Reduced workload</a:t>
            </a:r>
          </a:p>
          <a:p>
            <a:r>
              <a:t>Better tenant experience</a:t>
            </a:r>
          </a:p>
          <a:p>
            <a:r>
              <a:t>More efficient operations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Pricing Plans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Starter — $497/month</a:t>
            </a:r>
          </a:p>
          <a:p>
            <a:r>
              <a:t>Growth — $797/month</a:t>
            </a:r>
          </a:p>
          <a:p>
            <a:r>
              <a:t>Pro — $1,497/month</a:t>
            </a:r>
          </a:p>
          <a:p/>
          <a:p>
            <a:r>
              <a:t>Month-to-month, no contracts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Starter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24/7 AI answering</a:t>
            </a:r>
          </a:p>
          <a:p>
            <a:r>
              <a:t>Missed call recovery</a:t>
            </a:r>
          </a:p>
          <a:p>
            <a:r>
              <a:t>Lead capture</a:t>
            </a:r>
          </a:p>
          <a:p>
            <a:r>
              <a:t>After hours coverage</a:t>
            </a:r>
          </a:p>
          <a:p/>
          <a:p>
            <a:r>
              <a:t>Setup: $497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Growth Plan (Most Popular)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Everything in Starter</a:t>
            </a:r>
          </a:p>
          <a:p>
            <a:r>
              <a:t>Booking + estimates</a:t>
            </a:r>
          </a:p>
          <a:p>
            <a:r>
              <a:t>Lead qualification</a:t>
            </a:r>
          </a:p>
          <a:p>
            <a:r>
              <a:t>Email handling</a:t>
            </a:r>
          </a:p>
          <a:p>
            <a:r>
              <a:t>Priority notifications</a:t>
            </a:r>
          </a:p>
          <a:p/>
          <a:p>
            <a:r>
              <a:t>Setup: $497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Everything in Growth</a:t>
            </a:r>
          </a:p>
          <a:p>
            <a:r>
              <a:t>Full workflows</a:t>
            </a:r>
          </a:p>
          <a:p>
            <a:r>
              <a:t>Review follow-ups</a:t>
            </a:r>
          </a:p>
          <a:p>
            <a:r>
              <a:t>Dashboard</a:t>
            </a:r>
          </a:p>
          <a:p>
            <a:r>
              <a:t>Premium support</a:t>
            </a:r>
          </a:p>
          <a:p/>
          <a:p>
            <a:r>
              <a:t>Setup: $597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Add-Ons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Social Media: $400/month</a:t>
            </a:r>
          </a:p>
          <a:p>
            <a:r>
              <a:t>Extra lines: $29/month</a:t>
            </a:r>
          </a:p>
          <a:p>
            <a:r>
              <a:t>Custom integrations: $125/hr</a:t>
            </a:r>
          </a:p>
          <a:p>
            <a:r>
              <a:t>Priority support: $97/month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Risk-Free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contracts</a:t>
            </a:r>
          </a:p>
          <a:p>
            <a:r>
              <a:t>Cancel anytime</a:t>
            </a:r>
          </a:p>
          <a:p>
            <a:r>
              <a:t>First 2 months billed after results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Never miss a call</a:t>
            </a:r>
          </a:p>
          <a:p>
            <a:r>
              <a:t>Never lose a lead</a:t>
            </a:r>
          </a:p>
          <a:p/>
          <a:p>
            <a:r>
              <a:t>ResolvOps handles your front desk 24/7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