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ResolvOps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24/7 AI Front Desk for High-Volume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Every missed call is lost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Missed calls = lost tenants/jobs</a:t>
            </a:r>
          </a:p>
          <a:p>
            <a:pPr/>
            <a:r>
              <a:t>Slow response times</a:t>
            </a:r>
          </a:p>
          <a:p>
            <a:pPr/>
            <a:r>
              <a:t>Overloaded staff</a:t>
            </a:r>
          </a:p>
          <a:p>
            <a:pPr/>
            <a:r>
              <a:t>No data visibility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The business that answers first wins.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24/7 AI call answering</a:t>
            </a:r>
          </a:p>
          <a:p>
            <a:pPr/>
            <a:r>
              <a:t>Instant lead capture</a:t>
            </a:r>
          </a:p>
          <a:p>
            <a:pPr/>
            <a:r>
              <a:t>Automated booking &amp; routing</a:t>
            </a:r>
          </a:p>
          <a:p>
            <a:pPr/>
            <a:r>
              <a:t>Always-on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 don’t just answer calls</a:t>
            </a:r>
          </a:p>
          <a:p>
            <a:pPr/>
            <a:r>
              <a:t>We capture and analyze data</a:t>
            </a:r>
          </a:p>
          <a:p>
            <a:pPr/>
            <a:r>
              <a:t>We improve operations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Built with Data Analytics foundation</a:t>
            </a:r>
          </a:p>
          <a:p>
            <a:pPr/>
            <a:r>
              <a:t>Track patterns and inefficiencies</a:t>
            </a:r>
          </a:p>
          <a:p>
            <a:pPr/>
            <a:r>
              <a:t>Make smarter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Faster responses</a:t>
            </a:r>
          </a:p>
          <a:p>
            <a:pPr/>
            <a:r>
              <a:t>Less staff pressure</a:t>
            </a:r>
          </a:p>
          <a:p>
            <a:pPr/>
            <a:r>
              <a:t>Better tenant experience</a:t>
            </a:r>
          </a:p>
          <a:p>
            <a:pPr/>
            <a:r>
              <a:t>More captured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Starter — $497/month</a:t>
            </a:r>
          </a:p>
          <a:p>
            <a:pPr/>
            <a:r>
              <a:t>Growth — $797/month</a:t>
            </a:r>
          </a:p>
          <a:p>
            <a:pPr/>
            <a:r>
              <a:t>Pro — $1,497/month</a:t>
            </a:r>
          </a:p>
          <a:p>
            <a:pPr/>
            <a:r>
              <a:t>Month-to-month, no contracts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24/7 answering</a:t>
            </a:r>
          </a:p>
          <a:p>
            <a:pPr/>
            <a:r>
              <a:t>Missed call recovery</a:t>
            </a:r>
          </a:p>
          <a:p>
            <a:pPr/>
            <a:r>
              <a:t>Lead capture</a:t>
            </a:r>
          </a:p>
          <a:p>
            <a:pPr/>
            <a:r>
              <a:t>Setup: $497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Booking + qualification</a:t>
            </a:r>
          </a:p>
          <a:p>
            <a:pPr/>
            <a:r>
              <a:t>Email handling</a:t>
            </a:r>
          </a:p>
          <a:p>
            <a:pPr/>
            <a:r>
              <a:t>Priority notifications</a:t>
            </a:r>
          </a:p>
          <a:p>
            <a:pPr/>
            <a:r>
              <a:t>Setup: $497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 workflows</a:t>
            </a:r>
          </a:p>
          <a:p>
            <a:pPr/>
            <a:r>
              <a:t>Dashboard + analytics</a:t>
            </a:r>
          </a:p>
          <a:p>
            <a:pPr/>
            <a:r>
              <a:t>Premium support</a:t>
            </a:r>
          </a:p>
          <a:p>
            <a:pPr/>
            <a:r>
              <a:t>Setup: $597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Social Media: $400/mo</a:t>
            </a:r>
          </a:p>
          <a:p>
            <a:pPr/>
            <a:r>
              <a:t>Extra lines: $29/mo</a:t>
            </a:r>
          </a:p>
          <a:p>
            <a:pPr/>
            <a:r>
              <a:t>Custom work: $125/hr</a:t>
            </a:r>
          </a:p>
          <a:p>
            <a:pPr/>
            <a:r>
              <a:t>Priority support: $97/mo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No missed calls. No lost opportunities.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ResolvOps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